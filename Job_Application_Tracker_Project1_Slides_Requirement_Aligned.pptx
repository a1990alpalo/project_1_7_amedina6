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F4F"/>
          </a:solidFill>
          <a:ln>
            <a:solidFill>
              <a:srgbClr val="1F2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800">
                <a:solidFill>
                  <a:srgbClr val="FFFFFF"/>
                </a:solidFill>
              </a:defRPr>
            </a:pPr>
            <a:r>
              <a:t>Job Application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AE6F2"/>
                </a:solidFill>
              </a:defRPr>
            </a:pPr>
            <a:r>
              <a:t>Project 1: Python Chapters 1-7 Competency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663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Alberto Medina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F4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What the program does 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Terminal-based Python program for tracking job applications.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Users can view applications, add new applications, update statuses, search by company, and count applications by status.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The project solves a realistic problem: keeping job search information organized in one place.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Built to showcase core Python concepts from Chapters 1 through 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36576"/>
          </a:xfrm>
          <a:prstGeom prst="rect">
            <a:avLst/>
          </a:prstGeom>
          <a:solidFill>
            <a:srgbClr val="2674B8"/>
          </a:solidFill>
          <a:ln>
            <a:solidFill>
              <a:srgbClr val="26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6294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Job Application Tracker | Project 1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F4F"/>
                </a:solidFill>
              </a:defRPr>
            </a:pPr>
            <a:r>
              <a:t>Live Demo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Part 1 of the video: about 2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Run the program from the terminal with: python main.py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Show the menu and explain the while loop that keeps the program running.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View existing sample applications stored in a list of dictionaries.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Add a new application, update a status, search by company, count statuses, and exit safely.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36576"/>
          </a:xfrm>
          <a:prstGeom prst="rect">
            <a:avLst/>
          </a:prstGeom>
          <a:solidFill>
            <a:srgbClr val="2674B8"/>
          </a:solidFill>
          <a:ln>
            <a:solidFill>
              <a:srgbClr val="26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6294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Job Application Tracker | Project 1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F4F"/>
                </a:solidFill>
              </a:defRPr>
            </a:pPr>
            <a:r>
              <a:t>Course Concepts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How the code shows applied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Lists and dictionaries store multiple applications and related fields.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Functions break the program into smaller jobs: view, add, update, search, and count.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if / elif / else statements handle the user menu choices.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for loops process each application in the list.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input() collects user data; imports connect main.py with applications.py.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36576"/>
          </a:xfrm>
          <a:prstGeom prst="rect">
            <a:avLst/>
          </a:prstGeom>
          <a:solidFill>
            <a:srgbClr val="2674B8"/>
          </a:solidFill>
          <a:ln>
            <a:solidFill>
              <a:srgbClr val="26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6294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Job Application Tracker | Project 1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F4F"/>
                </a:solidFill>
              </a:defRPr>
            </a:pPr>
            <a:r>
              <a:t>Code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Two-file design keeps responsibilities clear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607040" cy="4023360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73351"/>
            <a:ext cx="10149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1E1E"/>
                </a:solidFill>
                <a:latin typeface="Consolas"/>
              </a:defRPr>
            </a:pPr>
            <a:r>
              <a:t>main.py</a:t>
            </a:r>
            <a:br/>
            <a:r>
              <a:t>  • imports helper functions</a:t>
            </a:r>
            <a:br/>
            <a:r>
              <a:t>  • displays menu</a:t>
            </a:r>
            <a:br/>
            <a:r>
              <a:t>  • controls the main while loop</a:t>
            </a:r>
            <a:br/>
            <a:r>
              <a:t>  • routes user choices</a:t>
            </a:r>
            <a:br/>
            <a:br/>
            <a:r>
              <a:t>applications.py</a:t>
            </a:r>
            <a:br/>
            <a:r>
              <a:t>  • view_applications()</a:t>
            </a:r>
            <a:br/>
            <a:r>
              <a:t>  • add_applications()</a:t>
            </a:r>
            <a:br/>
            <a:r>
              <a:t>  • update_application_status()</a:t>
            </a:r>
            <a:br/>
            <a:r>
              <a:t>  • search_by_company()</a:t>
            </a:r>
            <a:br/>
            <a:r>
              <a:t>  • count_applications_by_status()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11112"/>
            <a:ext cx="12191695" cy="36576"/>
          </a:xfrm>
          <a:prstGeom prst="rect">
            <a:avLst/>
          </a:prstGeom>
          <a:solidFill>
            <a:srgbClr val="2674B8"/>
          </a:solidFill>
          <a:ln>
            <a:solidFill>
              <a:srgbClr val="26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6294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Job Application Tracker | Project 1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F4F"/>
                </a:solidFill>
              </a:defRPr>
            </a:pPr>
            <a:r>
              <a:t>What Went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Two successful parts of the development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The list-of-dictionaries design worked well because each job application has multiple related pieces of information.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Separating functions into applications.py made the code easier to read, test, and explain.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The menu-driven loop created a clear user journey and made the terminal program feel complete.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36576"/>
          </a:xfrm>
          <a:prstGeom prst="rect">
            <a:avLst/>
          </a:prstGeom>
          <a:solidFill>
            <a:srgbClr val="2674B8"/>
          </a:solidFill>
          <a:ln>
            <a:solidFill>
              <a:srgbClr val="26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6294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Job Application Tracker | Project 1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F4F"/>
                </a:solidFill>
              </a:defRPr>
            </a:pPr>
            <a:r>
              <a:t>What Needs Improvement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Two areas to improve in the next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Data is stored only while the program is running, so future improvement should save applications to a file such as JSON.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Search and status updates are case-sensitive, so input validation and .lower() would make the program more user-friendly.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The next version could also add a simple HTML display after the terminal version is stable.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36576"/>
          </a:xfrm>
          <a:prstGeom prst="rect">
            <a:avLst/>
          </a:prstGeom>
          <a:solidFill>
            <a:srgbClr val="2674B8"/>
          </a:solidFill>
          <a:ln>
            <a:solidFill>
              <a:srgbClr val="26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6294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Job Application Tracker | Project 1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F4F"/>
                </a:solidFill>
              </a:defRPr>
            </a:pPr>
            <a:r>
              <a:t>Risk &amp;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How I handled scope and technical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Technical risk: adding more features could have made the project too complex for Chapters 1-7.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I managed that risk by keeping the app terminal-based and focusing on core Python concepts first.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Mid-project change: the feature list expanded from viewing and adding applications to also updating, searching, and counting.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I kept those changes manageable by adding one small function at 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36576"/>
          </a:xfrm>
          <a:prstGeom prst="rect">
            <a:avLst/>
          </a:prstGeom>
          <a:solidFill>
            <a:srgbClr val="2674B8"/>
          </a:solidFill>
          <a:ln>
            <a:solidFill>
              <a:srgbClr val="26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6294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Job Application Tracker | Project 1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F4F"/>
                </a:solidFill>
              </a:defRPr>
            </a:pPr>
            <a:r>
              <a:t>Actionable 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Advice I can apply to future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Build projects incrementally: finish one feature, test it, commit it, and then move to the next feature.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Use small functions with clear names because they make the code easier to debug and explain.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Keep the README updated so the repository clearly shows what the project does and how to run it.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Record the final demo only after testing the happy path from start to finish.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36576"/>
          </a:xfrm>
          <a:prstGeom prst="rect">
            <a:avLst/>
          </a:prstGeom>
          <a:solidFill>
            <a:srgbClr val="2674B8"/>
          </a:solidFill>
          <a:ln>
            <a:solidFill>
              <a:srgbClr val="26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6294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Job Application Tracker | Project 1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1F2F4F"/>
                </a:solidFill>
              </a:defRPr>
            </a:pPr>
            <a:r>
              <a:t>Final 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Before submitting to Blackboard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698480" cy="4480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Repository name follows the required format: Project_1_7_username.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README has the unlisted YouTube link at the very top.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Slide deck is linked in the README or shown during the video.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Video link works in an incognito window.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t>• Submit the GitHub repository link to Blackboard.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11112"/>
            <a:ext cx="12191695" cy="36576"/>
          </a:xfrm>
          <a:prstGeom prst="rect">
            <a:avLst/>
          </a:prstGeom>
          <a:solidFill>
            <a:srgbClr val="2674B8"/>
          </a:solidFill>
          <a:ln>
            <a:solidFill>
              <a:srgbClr val="267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6294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969"/>
                </a:solidFill>
              </a:defRPr>
            </a:pPr>
            <a:r>
              <a:t>Job Application Tracker | Project 1 | 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